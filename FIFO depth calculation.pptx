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EE68F4-AC8B-479B-A14B-F8970558C004}" v="32" dt="2026-02-13T06:07:50.2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avanthi vennapusa" userId="302e7c8c7e7567a6" providerId="LiveId" clId="{9B2BFCF3-BB9D-4917-9B53-4ED52D43BFF8}"/>
    <pc:docChg chg="undo custSel addSld modSld">
      <pc:chgData name="sravanthi vennapusa" userId="302e7c8c7e7567a6" providerId="LiveId" clId="{9B2BFCF3-BB9D-4917-9B53-4ED52D43BFF8}" dt="2026-02-13T06:07:50.203" v="481" actId="14100"/>
      <pc:docMkLst>
        <pc:docMk/>
      </pc:docMkLst>
      <pc:sldChg chg="modSp mod">
        <pc:chgData name="sravanthi vennapusa" userId="302e7c8c7e7567a6" providerId="LiveId" clId="{9B2BFCF3-BB9D-4917-9B53-4ED52D43BFF8}" dt="2026-02-13T05:45:18.962" v="16" actId="20577"/>
        <pc:sldMkLst>
          <pc:docMk/>
          <pc:sldMk cId="2760252529" sldId="260"/>
        </pc:sldMkLst>
        <pc:spChg chg="mod">
          <ac:chgData name="sravanthi vennapusa" userId="302e7c8c7e7567a6" providerId="LiveId" clId="{9B2BFCF3-BB9D-4917-9B53-4ED52D43BFF8}" dt="2026-02-13T05:45:18.962" v="16" actId="20577"/>
          <ac:spMkLst>
            <pc:docMk/>
            <pc:sldMk cId="2760252529" sldId="260"/>
            <ac:spMk id="7" creationId="{74B54012-D524-D658-343A-8A157F96E396}"/>
          </ac:spMkLst>
        </pc:spChg>
      </pc:sldChg>
      <pc:sldChg chg="addSp modSp mod">
        <pc:chgData name="sravanthi vennapusa" userId="302e7c8c7e7567a6" providerId="LiveId" clId="{9B2BFCF3-BB9D-4917-9B53-4ED52D43BFF8}" dt="2026-02-13T05:52:23.121" v="344" actId="20577"/>
        <pc:sldMkLst>
          <pc:docMk/>
          <pc:sldMk cId="3476109871" sldId="262"/>
        </pc:sldMkLst>
        <pc:spChg chg="mod">
          <ac:chgData name="sravanthi vennapusa" userId="302e7c8c7e7567a6" providerId="LiveId" clId="{9B2BFCF3-BB9D-4917-9B53-4ED52D43BFF8}" dt="2026-02-13T05:52:23.121" v="344" actId="20577"/>
          <ac:spMkLst>
            <pc:docMk/>
            <pc:sldMk cId="3476109871" sldId="262"/>
            <ac:spMk id="2" creationId="{769B14E0-8A82-E724-69A5-7ABB2B1A19AF}"/>
          </ac:spMkLst>
        </pc:spChg>
        <pc:spChg chg="mod">
          <ac:chgData name="sravanthi vennapusa" userId="302e7c8c7e7567a6" providerId="LiveId" clId="{9B2BFCF3-BB9D-4917-9B53-4ED52D43BFF8}" dt="2026-02-13T05:50:43.404" v="337" actId="14100"/>
          <ac:spMkLst>
            <pc:docMk/>
            <pc:sldMk cId="3476109871" sldId="262"/>
            <ac:spMk id="8" creationId="{52AA4600-7FBC-3886-DC5E-B4973DE7FA94}"/>
          </ac:spMkLst>
        </pc:spChg>
        <pc:spChg chg="add mod">
          <ac:chgData name="sravanthi vennapusa" userId="302e7c8c7e7567a6" providerId="LiveId" clId="{9B2BFCF3-BB9D-4917-9B53-4ED52D43BFF8}" dt="2026-02-13T05:46:25.150" v="38" actId="1076"/>
          <ac:spMkLst>
            <pc:docMk/>
            <pc:sldMk cId="3476109871" sldId="262"/>
            <ac:spMk id="11" creationId="{4566D97E-ABD9-9398-3490-F39963470AE9}"/>
          </ac:spMkLst>
        </pc:spChg>
        <pc:spChg chg="add mod">
          <ac:chgData name="sravanthi vennapusa" userId="302e7c8c7e7567a6" providerId="LiveId" clId="{9B2BFCF3-BB9D-4917-9B53-4ED52D43BFF8}" dt="2026-02-13T05:52:12.921" v="342" actId="20577"/>
          <ac:spMkLst>
            <pc:docMk/>
            <pc:sldMk cId="3476109871" sldId="262"/>
            <ac:spMk id="12" creationId="{D921BB5A-74D8-388A-0C6A-57E76BFE8FE7}"/>
          </ac:spMkLst>
        </pc:spChg>
      </pc:sldChg>
      <pc:sldChg chg="addSp delSp modSp mod">
        <pc:chgData name="sravanthi vennapusa" userId="302e7c8c7e7567a6" providerId="LiveId" clId="{9B2BFCF3-BB9D-4917-9B53-4ED52D43BFF8}" dt="2026-02-13T05:53:18.508" v="357" actId="14100"/>
        <pc:sldMkLst>
          <pc:docMk/>
          <pc:sldMk cId="56866834" sldId="263"/>
        </pc:sldMkLst>
        <pc:spChg chg="mod">
          <ac:chgData name="sravanthi vennapusa" userId="302e7c8c7e7567a6" providerId="LiveId" clId="{9B2BFCF3-BB9D-4917-9B53-4ED52D43BFF8}" dt="2026-02-13T05:53:12.067" v="355" actId="20577"/>
          <ac:spMkLst>
            <pc:docMk/>
            <pc:sldMk cId="56866834" sldId="263"/>
            <ac:spMk id="2" creationId="{86D9A460-5F1F-A042-F01C-37762104C531}"/>
          </ac:spMkLst>
        </pc:spChg>
        <pc:spChg chg="del">
          <ac:chgData name="sravanthi vennapusa" userId="302e7c8c7e7567a6" providerId="LiveId" clId="{9B2BFCF3-BB9D-4917-9B53-4ED52D43BFF8}" dt="2026-02-13T05:53:08.970" v="354"/>
          <ac:spMkLst>
            <pc:docMk/>
            <pc:sldMk cId="56866834" sldId="263"/>
            <ac:spMk id="3" creationId="{3A089109-0358-82FE-4A6D-AE4DAE3D5B41}"/>
          </ac:spMkLst>
        </pc:spChg>
        <pc:picChg chg="add mod ord">
          <ac:chgData name="sravanthi vennapusa" userId="302e7c8c7e7567a6" providerId="LiveId" clId="{9B2BFCF3-BB9D-4917-9B53-4ED52D43BFF8}" dt="2026-02-13T05:53:18.508" v="357" actId="14100"/>
          <ac:picMkLst>
            <pc:docMk/>
            <pc:sldMk cId="56866834" sldId="263"/>
            <ac:picMk id="5" creationId="{ECC2FC27-F5C6-516F-A741-80328D25D204}"/>
          </ac:picMkLst>
        </pc:picChg>
      </pc:sldChg>
      <pc:sldChg chg="addSp delSp modSp new mod">
        <pc:chgData name="sravanthi vennapusa" userId="302e7c8c7e7567a6" providerId="LiveId" clId="{9B2BFCF3-BB9D-4917-9B53-4ED52D43BFF8}" dt="2026-02-13T05:54:07.459" v="384" actId="20577"/>
        <pc:sldMkLst>
          <pc:docMk/>
          <pc:sldMk cId="1929245625" sldId="264"/>
        </pc:sldMkLst>
        <pc:spChg chg="mod">
          <ac:chgData name="sravanthi vennapusa" userId="302e7c8c7e7567a6" providerId="LiveId" clId="{9B2BFCF3-BB9D-4917-9B53-4ED52D43BFF8}" dt="2026-02-13T05:54:07.459" v="384" actId="20577"/>
          <ac:spMkLst>
            <pc:docMk/>
            <pc:sldMk cId="1929245625" sldId="264"/>
            <ac:spMk id="2" creationId="{9E5A1DD6-B4F2-09D9-7F2F-4860DC169383}"/>
          </ac:spMkLst>
        </pc:spChg>
        <pc:spChg chg="del">
          <ac:chgData name="sravanthi vennapusa" userId="302e7c8c7e7567a6" providerId="LiveId" clId="{9B2BFCF3-BB9D-4917-9B53-4ED52D43BFF8}" dt="2026-02-13T05:54:00.034" v="360"/>
          <ac:spMkLst>
            <pc:docMk/>
            <pc:sldMk cId="1929245625" sldId="264"/>
            <ac:spMk id="3" creationId="{710B83C1-3D9E-1A44-BC1C-AF568781EE15}"/>
          </ac:spMkLst>
        </pc:spChg>
        <pc:picChg chg="add mod ord">
          <ac:chgData name="sravanthi vennapusa" userId="302e7c8c7e7567a6" providerId="LiveId" clId="{9B2BFCF3-BB9D-4917-9B53-4ED52D43BFF8}" dt="2026-02-13T05:54:00.034" v="360"/>
          <ac:picMkLst>
            <pc:docMk/>
            <pc:sldMk cId="1929245625" sldId="264"/>
            <ac:picMk id="5" creationId="{A91E8005-7A72-EC8B-782F-0D2578993A79}"/>
          </ac:picMkLst>
        </pc:picChg>
      </pc:sldChg>
      <pc:sldChg chg="addSp delSp modSp new mod">
        <pc:chgData name="sravanthi vennapusa" userId="302e7c8c7e7567a6" providerId="LiveId" clId="{9B2BFCF3-BB9D-4917-9B53-4ED52D43BFF8}" dt="2026-02-13T05:55:23.240" v="416" actId="20577"/>
        <pc:sldMkLst>
          <pc:docMk/>
          <pc:sldMk cId="1250909780" sldId="265"/>
        </pc:sldMkLst>
        <pc:spChg chg="mod">
          <ac:chgData name="sravanthi vennapusa" userId="302e7c8c7e7567a6" providerId="LiveId" clId="{9B2BFCF3-BB9D-4917-9B53-4ED52D43BFF8}" dt="2026-02-13T05:55:23.240" v="416" actId="20577"/>
          <ac:spMkLst>
            <pc:docMk/>
            <pc:sldMk cId="1250909780" sldId="265"/>
            <ac:spMk id="2" creationId="{E6D60667-452E-ECB2-3F1F-F33A9ABF0004}"/>
          </ac:spMkLst>
        </pc:spChg>
        <pc:spChg chg="del">
          <ac:chgData name="sravanthi vennapusa" userId="302e7c8c7e7567a6" providerId="LiveId" clId="{9B2BFCF3-BB9D-4917-9B53-4ED52D43BFF8}" dt="2026-02-13T05:54:57.517" v="387"/>
          <ac:spMkLst>
            <pc:docMk/>
            <pc:sldMk cId="1250909780" sldId="265"/>
            <ac:spMk id="3" creationId="{F3ED7D79-845F-4ACA-CF2B-F83F2B357314}"/>
          </ac:spMkLst>
        </pc:spChg>
        <pc:picChg chg="add mod ord">
          <ac:chgData name="sravanthi vennapusa" userId="302e7c8c7e7567a6" providerId="LiveId" clId="{9B2BFCF3-BB9D-4917-9B53-4ED52D43BFF8}" dt="2026-02-13T05:55:14.502" v="394" actId="14100"/>
          <ac:picMkLst>
            <pc:docMk/>
            <pc:sldMk cId="1250909780" sldId="265"/>
            <ac:picMk id="5" creationId="{2924492A-702C-A8A7-8521-948A19EF8EC7}"/>
          </ac:picMkLst>
        </pc:picChg>
      </pc:sldChg>
      <pc:sldChg chg="addSp delSp modSp new mod">
        <pc:chgData name="sravanthi vennapusa" userId="302e7c8c7e7567a6" providerId="LiveId" clId="{9B2BFCF3-BB9D-4917-9B53-4ED52D43BFF8}" dt="2026-02-13T05:56:34.275" v="427" actId="20577"/>
        <pc:sldMkLst>
          <pc:docMk/>
          <pc:sldMk cId="1527157967" sldId="266"/>
        </pc:sldMkLst>
        <pc:spChg chg="mod">
          <ac:chgData name="sravanthi vennapusa" userId="302e7c8c7e7567a6" providerId="LiveId" clId="{9B2BFCF3-BB9D-4917-9B53-4ED52D43BFF8}" dt="2026-02-13T05:56:34.275" v="427" actId="20577"/>
          <ac:spMkLst>
            <pc:docMk/>
            <pc:sldMk cId="1527157967" sldId="266"/>
            <ac:spMk id="2" creationId="{F1B38DAD-A102-116C-B045-F1A14098EA50}"/>
          </ac:spMkLst>
        </pc:spChg>
        <pc:spChg chg="del">
          <ac:chgData name="sravanthi vennapusa" userId="302e7c8c7e7567a6" providerId="LiveId" clId="{9B2BFCF3-BB9D-4917-9B53-4ED52D43BFF8}" dt="2026-02-13T05:56:26.471" v="419"/>
          <ac:spMkLst>
            <pc:docMk/>
            <pc:sldMk cId="1527157967" sldId="266"/>
            <ac:spMk id="3" creationId="{26A5D767-DAD9-60F0-CB87-2A4FA86E2105}"/>
          </ac:spMkLst>
        </pc:spChg>
        <pc:picChg chg="add mod ord">
          <ac:chgData name="sravanthi vennapusa" userId="302e7c8c7e7567a6" providerId="LiveId" clId="{9B2BFCF3-BB9D-4917-9B53-4ED52D43BFF8}" dt="2026-02-13T05:56:26.471" v="419"/>
          <ac:picMkLst>
            <pc:docMk/>
            <pc:sldMk cId="1527157967" sldId="266"/>
            <ac:picMk id="5" creationId="{46B33A4A-9D17-792C-4498-7796C4E63D3D}"/>
          </ac:picMkLst>
        </pc:picChg>
      </pc:sldChg>
      <pc:sldChg chg="addSp delSp modSp new mod">
        <pc:chgData name="sravanthi vennapusa" userId="302e7c8c7e7567a6" providerId="LiveId" clId="{9B2BFCF3-BB9D-4917-9B53-4ED52D43BFF8}" dt="2026-02-13T05:57:50.858" v="444" actId="20577"/>
        <pc:sldMkLst>
          <pc:docMk/>
          <pc:sldMk cId="3629036495" sldId="267"/>
        </pc:sldMkLst>
        <pc:spChg chg="mod">
          <ac:chgData name="sravanthi vennapusa" userId="302e7c8c7e7567a6" providerId="LiveId" clId="{9B2BFCF3-BB9D-4917-9B53-4ED52D43BFF8}" dt="2026-02-13T05:57:50.858" v="444" actId="20577"/>
          <ac:spMkLst>
            <pc:docMk/>
            <pc:sldMk cId="3629036495" sldId="267"/>
            <ac:spMk id="2" creationId="{FBC615C1-7081-D132-62EA-3CB0D238B8D1}"/>
          </ac:spMkLst>
        </pc:spChg>
        <pc:spChg chg="del">
          <ac:chgData name="sravanthi vennapusa" userId="302e7c8c7e7567a6" providerId="LiveId" clId="{9B2BFCF3-BB9D-4917-9B53-4ED52D43BFF8}" dt="2026-02-13T05:57:32.198" v="430"/>
          <ac:spMkLst>
            <pc:docMk/>
            <pc:sldMk cId="3629036495" sldId="267"/>
            <ac:spMk id="3" creationId="{B0F579B4-934F-5135-AA87-AD8B8C7048B1}"/>
          </ac:spMkLst>
        </pc:spChg>
        <pc:picChg chg="add mod ord">
          <ac:chgData name="sravanthi vennapusa" userId="302e7c8c7e7567a6" providerId="LiveId" clId="{9B2BFCF3-BB9D-4917-9B53-4ED52D43BFF8}" dt="2026-02-13T05:57:45.793" v="435" actId="14100"/>
          <ac:picMkLst>
            <pc:docMk/>
            <pc:sldMk cId="3629036495" sldId="267"/>
            <ac:picMk id="5" creationId="{8CEFCC46-A62F-F127-9FFA-662F237430A1}"/>
          </ac:picMkLst>
        </pc:picChg>
      </pc:sldChg>
      <pc:sldChg chg="modSp new mod">
        <pc:chgData name="sravanthi vennapusa" userId="302e7c8c7e7567a6" providerId="LiveId" clId="{9B2BFCF3-BB9D-4917-9B53-4ED52D43BFF8}" dt="2026-02-13T05:58:47.662" v="468" actId="20577"/>
        <pc:sldMkLst>
          <pc:docMk/>
          <pc:sldMk cId="2616506733" sldId="268"/>
        </pc:sldMkLst>
        <pc:spChg chg="mod">
          <ac:chgData name="sravanthi vennapusa" userId="302e7c8c7e7567a6" providerId="LiveId" clId="{9B2BFCF3-BB9D-4917-9B53-4ED52D43BFF8}" dt="2026-02-13T05:58:47.662" v="468" actId="20577"/>
          <ac:spMkLst>
            <pc:docMk/>
            <pc:sldMk cId="2616506733" sldId="268"/>
            <ac:spMk id="2" creationId="{F4BC95F4-7F6C-41AB-9DFE-1092084C7A90}"/>
          </ac:spMkLst>
        </pc:spChg>
      </pc:sldChg>
      <pc:sldChg chg="new">
        <pc:chgData name="sravanthi vennapusa" userId="302e7c8c7e7567a6" providerId="LiveId" clId="{9B2BFCF3-BB9D-4917-9B53-4ED52D43BFF8}" dt="2026-02-13T05:58:30.623" v="446" actId="680"/>
        <pc:sldMkLst>
          <pc:docMk/>
          <pc:sldMk cId="872818966" sldId="269"/>
        </pc:sldMkLst>
      </pc:sldChg>
      <pc:sldChg chg="addSp delSp modSp new mod">
        <pc:chgData name="sravanthi vennapusa" userId="302e7c8c7e7567a6" providerId="LiveId" clId="{9B2BFCF3-BB9D-4917-9B53-4ED52D43BFF8}" dt="2026-02-13T05:58:41.817" v="460" actId="20577"/>
        <pc:sldMkLst>
          <pc:docMk/>
          <pc:sldMk cId="1589463189" sldId="270"/>
        </pc:sldMkLst>
        <pc:spChg chg="mod">
          <ac:chgData name="sravanthi vennapusa" userId="302e7c8c7e7567a6" providerId="LiveId" clId="{9B2BFCF3-BB9D-4917-9B53-4ED52D43BFF8}" dt="2026-02-13T05:58:41.817" v="460" actId="20577"/>
          <ac:spMkLst>
            <pc:docMk/>
            <pc:sldMk cId="1589463189" sldId="270"/>
            <ac:spMk id="2" creationId="{7DFA78CF-AB8D-C1C0-0391-C1765238EA89}"/>
          </ac:spMkLst>
        </pc:spChg>
        <pc:spChg chg="del">
          <ac:chgData name="sravanthi vennapusa" userId="302e7c8c7e7567a6" providerId="LiveId" clId="{9B2BFCF3-BB9D-4917-9B53-4ED52D43BFF8}" dt="2026-02-13T05:58:33.063" v="449"/>
          <ac:spMkLst>
            <pc:docMk/>
            <pc:sldMk cId="1589463189" sldId="270"/>
            <ac:spMk id="3" creationId="{F0BA5A7A-98F1-B797-29B1-E3B5CD9118BD}"/>
          </ac:spMkLst>
        </pc:spChg>
        <pc:picChg chg="add mod ord">
          <ac:chgData name="sravanthi vennapusa" userId="302e7c8c7e7567a6" providerId="LiveId" clId="{9B2BFCF3-BB9D-4917-9B53-4ED52D43BFF8}" dt="2026-02-13T05:58:37.338" v="451" actId="14100"/>
          <ac:picMkLst>
            <pc:docMk/>
            <pc:sldMk cId="1589463189" sldId="270"/>
            <ac:picMk id="5" creationId="{69A6FD02-FFA0-E853-2F71-56B266BF06DA}"/>
          </ac:picMkLst>
        </pc:picChg>
      </pc:sldChg>
      <pc:sldChg chg="addSp delSp modSp new mod">
        <pc:chgData name="sravanthi vennapusa" userId="302e7c8c7e7567a6" providerId="LiveId" clId="{9B2BFCF3-BB9D-4917-9B53-4ED52D43BFF8}" dt="2026-02-13T06:07:50.203" v="481" actId="14100"/>
        <pc:sldMkLst>
          <pc:docMk/>
          <pc:sldMk cId="348430810" sldId="271"/>
        </pc:sldMkLst>
        <pc:spChg chg="add del">
          <ac:chgData name="sravanthi vennapusa" userId="302e7c8c7e7567a6" providerId="LiveId" clId="{9B2BFCF3-BB9D-4917-9B53-4ED52D43BFF8}" dt="2026-02-13T06:07:15.581" v="478" actId="931"/>
          <ac:spMkLst>
            <pc:docMk/>
            <pc:sldMk cId="348430810" sldId="271"/>
            <ac:spMk id="3" creationId="{33F34DD6-BFE4-BD7D-FE60-703DACA32819}"/>
          </ac:spMkLst>
        </pc:spChg>
        <pc:picChg chg="add del mod ord">
          <ac:chgData name="sravanthi vennapusa" userId="302e7c8c7e7567a6" providerId="LiveId" clId="{9B2BFCF3-BB9D-4917-9B53-4ED52D43BFF8}" dt="2026-02-13T06:06:59.465" v="472" actId="931"/>
          <ac:picMkLst>
            <pc:docMk/>
            <pc:sldMk cId="348430810" sldId="271"/>
            <ac:picMk id="5" creationId="{275E0BD6-4D5A-90B6-9EB9-C8D45652483B}"/>
          </ac:picMkLst>
        </pc:picChg>
        <pc:picChg chg="add del mod ord">
          <ac:chgData name="sravanthi vennapusa" userId="302e7c8c7e7567a6" providerId="LiveId" clId="{9B2BFCF3-BB9D-4917-9B53-4ED52D43BFF8}" dt="2026-02-13T06:07:01.793" v="475" actId="931"/>
          <ac:picMkLst>
            <pc:docMk/>
            <pc:sldMk cId="348430810" sldId="271"/>
            <ac:picMk id="7" creationId="{F9BAA502-5341-4460-1A72-790BC9A0CFAE}"/>
          </ac:picMkLst>
        </pc:picChg>
        <pc:picChg chg="add del mod ord">
          <ac:chgData name="sravanthi vennapusa" userId="302e7c8c7e7567a6" providerId="LiveId" clId="{9B2BFCF3-BB9D-4917-9B53-4ED52D43BFF8}" dt="2026-02-13T06:07:15.581" v="478" actId="931"/>
          <ac:picMkLst>
            <pc:docMk/>
            <pc:sldMk cId="348430810" sldId="271"/>
            <ac:picMk id="9" creationId="{CA1F7406-14C3-4899-28FA-3FCFCF91BF57}"/>
          </ac:picMkLst>
        </pc:picChg>
        <pc:picChg chg="add mod">
          <ac:chgData name="sravanthi vennapusa" userId="302e7c8c7e7567a6" providerId="LiveId" clId="{9B2BFCF3-BB9D-4917-9B53-4ED52D43BFF8}" dt="2026-02-13T06:07:50.203" v="481" actId="14100"/>
          <ac:picMkLst>
            <pc:docMk/>
            <pc:sldMk cId="348430810" sldId="271"/>
            <ac:picMk id="10" creationId="{7019B852-DF45-8DAE-F9C8-D8975B8E61A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8131C8-5AB9-406B-85EA-ADA59DD2B01B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BB1DA5-8D63-4B55-867E-EFFB8D5AE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111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BB1DA5-8D63-4B55-867E-EFFB8D5AEC4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877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C07A9-0ECF-EBDE-4BF1-ECF3A96BCF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FIFO depth calculation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8216D0-16C8-66A2-2C63-3727FF36F2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 sravanthi</a:t>
            </a:r>
          </a:p>
          <a:p>
            <a:r>
              <a:rPr lang="en-IN" dirty="0" err="1"/>
              <a:t>Chipweave</a:t>
            </a:r>
            <a:r>
              <a:rPr lang="en-IN" dirty="0"/>
              <a:t> technologies </a:t>
            </a:r>
            <a:r>
              <a:rPr lang="en-IN" dirty="0" err="1"/>
              <a:t>pvt</a:t>
            </a:r>
            <a:r>
              <a:rPr lang="en-IN" dirty="0"/>
              <a:t> </a:t>
            </a:r>
            <a:r>
              <a:rPr lang="en-IN" dirty="0" err="1"/>
              <a:t>lmd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9013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84339-D0B0-2C50-DF03-63F78A0C2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4DB9F-BA1A-5768-198C-CD57592CC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Asynchronous FIFO is required when two modules operate in different clock domains and data must be safely transferred without loss</a:t>
            </a:r>
          </a:p>
          <a:p>
            <a:r>
              <a:rPr lang="en-US" dirty="0"/>
              <a:t>FIFO is mainly needed when the write side is faster than the read side, so unread data can be buffered.</a:t>
            </a:r>
          </a:p>
          <a:p>
            <a:r>
              <a:rPr lang="en-US" dirty="0"/>
              <a:t>FIFO depth must be sufficient to store data that the slower module cannot read during the write period.</a:t>
            </a:r>
          </a:p>
          <a:p>
            <a:r>
              <a:rPr lang="en-US" dirty="0"/>
              <a:t>FIFO depth equals the maximum number of data items written but not read during the worst-case burst scenario.</a:t>
            </a:r>
          </a:p>
          <a:p>
            <a:r>
              <a:rPr lang="en-US" dirty="0"/>
              <a:t>To size a FIFO correctly, you must know burst size, burst rate, write frequency, and read frequency.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1244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9DDDA-930A-E78D-BB68-A6AD0B0C1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AB6E0-2B08-29A1-0D97-9C218BA5F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Burst size </a:t>
            </a:r>
            <a:r>
              <a:rPr lang="en-US" dirty="0"/>
              <a:t>= number of data items written continuously</a:t>
            </a:r>
          </a:p>
          <a:p>
            <a:r>
              <a:rPr lang="en-US" b="1" dirty="0"/>
              <a:t>Burst Rate</a:t>
            </a:r>
            <a:r>
              <a:rPr lang="en-US" dirty="0"/>
              <a:t>=How often bursts occur (bursts per second)</a:t>
            </a:r>
          </a:p>
          <a:p>
            <a:r>
              <a:rPr lang="en-US" b="1" dirty="0"/>
              <a:t>Write Frequency</a:t>
            </a:r>
            <a:r>
              <a:rPr lang="en-US" dirty="0"/>
              <a:t>=This tells you how fast data is written into the FIFO</a:t>
            </a:r>
          </a:p>
          <a:p>
            <a:r>
              <a:rPr lang="en-US" b="1" dirty="0"/>
              <a:t>Read Frequency</a:t>
            </a:r>
            <a:r>
              <a:rPr lang="en-US" dirty="0"/>
              <a:t>=This tells you how fast data is removed from the FIFO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2068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B02F6-A03B-3603-59D3-8CD1AADD8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E44BA-5E68-AF09-60BC-4C979BFAB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following examples, I considered that, the module ‘A’ wants to send some data to the module ‘B’.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6278F2-3B34-DB45-DC26-A6AC0CF20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074" y="3812117"/>
            <a:ext cx="7001852" cy="2207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347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11B5CF9-7863-AB8C-DFEE-1B4485E9BF0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sz="2400" dirty="0"/>
                  <a:t>Case–1: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IN" sz="2400" dirty="0"/>
                  <a:t> &gt;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IN" sz="2400" dirty="0"/>
                  <a:t>with no idle cycles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11B5CF9-7863-AB8C-DFEE-1B4485E9BF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043" b="-17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4B54012-D524-D658-343A-8A157F96E3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54954" y="1913467"/>
                <a:ext cx="10740713" cy="4885266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IN" dirty="0"/>
                  <a:t>.</a:t>
                </a:r>
              </a:p>
              <a:p>
                <a:r>
                  <a:rPr lang="en-IN" dirty="0">
                    <a:solidFill>
                      <a:srgbClr val="FF0000"/>
                    </a:solidFill>
                  </a:rPr>
                  <a:t>Writing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solidFill>
                              <a:srgbClr val="FF0000"/>
                            </a:solidFill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rgbClr val="FF0000"/>
                            </a:solidFill>
                          </a:rPr>
                          <m:t>𝑓</m:t>
                        </m:r>
                      </m:e>
                      <m:sub>
                        <m:r>
                          <a:rPr lang="ar-AE" i="1">
                            <a:solidFill>
                              <a:srgbClr val="FF0000"/>
                            </a:solidFill>
                          </a:rPr>
                          <m:t>𝐴</m:t>
                        </m:r>
                      </m:sub>
                    </m:sSub>
                    <m:r>
                      <a:rPr lang="ar-AE">
                        <a:solidFill>
                          <a:srgbClr val="FF0000"/>
                        </a:solidFill>
                      </a:rPr>
                      <m:t>=</m:t>
                    </m:r>
                    <m:r>
                      <a:rPr lang="ar-AE">
                        <a:solidFill>
                          <a:srgbClr val="FF0000"/>
                        </a:solidFill>
                      </a:rPr>
                      <m:t>80</m:t>
                    </m:r>
                    <m:r>
                      <m:rPr>
                        <m:nor/>
                      </m:rPr>
                      <a:rPr lang="ar-AE" i="1">
                        <a:solidFill>
                          <a:srgbClr val="FF0000"/>
                        </a:solidFill>
                      </a:rPr>
                      <m:t> </m:t>
                    </m:r>
                    <m:r>
                      <m:rPr>
                        <m:nor/>
                      </m:rPr>
                      <a:rPr lang="en-IN" i="1">
                        <a:solidFill>
                          <a:srgbClr val="FF0000"/>
                        </a:solidFill>
                      </a:rPr>
                      <m:t>MHz</m:t>
                    </m:r>
                    <m:r>
                      <m:rPr>
                        <m:nor/>
                      </m:rPr>
                      <a:rPr lang="en-IN" b="0" i="0" smtClean="0">
                        <a:solidFill>
                          <a:srgbClr val="FF0000"/>
                        </a:solidFill>
                      </a:rPr>
                      <m:t> &amp;</m:t>
                    </m:r>
                  </m:oMath>
                </a14:m>
                <a:r>
                  <a:rPr lang="en-IN" dirty="0">
                    <a:solidFill>
                      <a:srgbClr val="FF0000"/>
                    </a:solidFill>
                  </a:rPr>
                  <a:t>Reading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solidFill>
                              <a:srgbClr val="FF0000"/>
                            </a:solidFill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rgbClr val="FF0000"/>
                            </a:solidFill>
                          </a:rPr>
                          <m:t>𝑓</m:t>
                        </m:r>
                      </m:e>
                      <m:sub>
                        <m:r>
                          <a:rPr lang="ar-AE" i="1">
                            <a:solidFill>
                              <a:srgbClr val="FF0000"/>
                            </a:solidFill>
                          </a:rPr>
                          <m:t>𝐵</m:t>
                        </m:r>
                      </m:sub>
                    </m:sSub>
                    <m:r>
                      <a:rPr lang="ar-AE">
                        <a:solidFill>
                          <a:srgbClr val="FF0000"/>
                        </a:solidFill>
                      </a:rPr>
                      <m:t>=</m:t>
                    </m:r>
                    <m:r>
                      <a:rPr lang="ar-AE">
                        <a:solidFill>
                          <a:srgbClr val="FF0000"/>
                        </a:solidFill>
                      </a:rPr>
                      <m:t>50</m:t>
                    </m:r>
                    <m:r>
                      <m:rPr>
                        <m:nor/>
                      </m:rPr>
                      <a:rPr lang="ar-AE" i="1">
                        <a:solidFill>
                          <a:srgbClr val="FF0000"/>
                        </a:solidFill>
                      </a:rPr>
                      <m:t> </m:t>
                    </m:r>
                    <m:r>
                      <m:rPr>
                        <m:nor/>
                      </m:rPr>
                      <a:rPr lang="en-IN" i="1">
                        <a:solidFill>
                          <a:srgbClr val="FF0000"/>
                        </a:solidFill>
                      </a:rPr>
                      <m:t>MHz</m:t>
                    </m:r>
                    <m:r>
                      <m:rPr>
                        <m:nor/>
                      </m:rPr>
                      <a:rPr lang="en-IN" b="0" i="0" smtClean="0">
                        <a:solidFill>
                          <a:srgbClr val="FF0000"/>
                        </a:solidFill>
                      </a:rPr>
                      <m:t> &amp;</m:t>
                    </m:r>
                  </m:oMath>
                </a14:m>
                <a:r>
                  <a:rPr lang="en-IN" dirty="0">
                    <a:solidFill>
                      <a:srgbClr val="FF0000"/>
                    </a:solidFill>
                  </a:rPr>
                  <a:t>Burst length (number of data items to be transferred) = 120 &amp;No idle cycles mean all data items are written and read in consecutive clock cycles</a:t>
                </a:r>
                <a:r>
                  <a:rPr lang="en-IN" dirty="0"/>
                  <a:t>.</a:t>
                </a:r>
              </a:p>
              <a:p>
                <a:r>
                  <a:rPr lang="en-IN" dirty="0"/>
                  <a:t>Time required to write one data item </a:t>
                </a:r>
                <a14:m>
                  <m:oMath xmlns:m="http://schemas.openxmlformats.org/officeDocument/2006/math">
                    <m:r>
                      <a:rPr lang="en-IN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1</m:t>
                        </m:r>
                      </m:num>
                      <m:den>
                        <m:r>
                          <a:rPr lang="ar-AE"/>
                          <m:t>80</m:t>
                        </m:r>
                        <m:r>
                          <m:rPr>
                            <m:nor/>
                          </m:rPr>
                          <a:rPr lang="ar-AE" i="1"/>
                          <m:t> </m:t>
                        </m:r>
                        <m:r>
                          <m:rPr>
                            <m:nor/>
                          </m:rPr>
                          <a:rPr lang="en-IN" i="1"/>
                          <m:t>MHz</m:t>
                        </m:r>
                      </m:den>
                    </m:f>
                    <m:r>
                      <a:rPr lang="ar-AE"/>
                      <m:t>=</m:t>
                    </m:r>
                    <m:r>
                      <a:rPr lang="ar-AE"/>
                      <m:t>12</m:t>
                    </m:r>
                    <m:r>
                      <a:rPr lang="ar-AE"/>
                      <m:t>.</m:t>
                    </m:r>
                    <m:r>
                      <a:rPr lang="ar-AE"/>
                      <m:t>5</m:t>
                    </m:r>
                    <m:r>
                      <m:rPr>
                        <m:nor/>
                      </m:rPr>
                      <a:rPr lang="ar-AE" i="1"/>
                      <m:t> </m:t>
                    </m:r>
                    <m:r>
                      <m:rPr>
                        <m:nor/>
                      </m:rPr>
                      <a:rPr lang="en-IN" i="1"/>
                      <m:t>ns</m:t>
                    </m:r>
                  </m:oMath>
                </a14:m>
                <a:r>
                  <a:rPr lang="en-IN" dirty="0"/>
                  <a:t>.</a:t>
                </a:r>
              </a:p>
              <a:p>
                <a:r>
                  <a:rPr lang="en-IN" dirty="0"/>
                  <a:t>Time required to write all 120 data items </a:t>
                </a:r>
                <a14:m>
                  <m:oMath xmlns:m="http://schemas.openxmlformats.org/officeDocument/2006/math">
                    <m:r>
                      <a:rPr lang="en-IN"/>
                      <m:t>=</m:t>
                    </m:r>
                    <m:r>
                      <a:rPr lang="en-IN"/>
                      <m:t>120</m:t>
                    </m:r>
                    <m:r>
                      <a:rPr lang="en-IN"/>
                      <m:t>×</m:t>
                    </m:r>
                    <m:r>
                      <a:rPr lang="en-IN"/>
                      <m:t>12</m:t>
                    </m:r>
                    <m:r>
                      <a:rPr lang="en-IN"/>
                      <m:t>.</m:t>
                    </m:r>
                    <m:r>
                      <a:rPr lang="en-IN"/>
                      <m:t>5</m:t>
                    </m:r>
                    <m:r>
                      <m:rPr>
                        <m:nor/>
                      </m:rPr>
                      <a:rPr lang="en-IN" i="1"/>
                      <m:t> </m:t>
                    </m:r>
                    <m:r>
                      <m:rPr>
                        <m:nor/>
                      </m:rPr>
                      <a:rPr lang="en-IN" i="1"/>
                      <m:t>ns</m:t>
                    </m:r>
                    <m:r>
                      <a:rPr lang="en-IN"/>
                      <m:t>=</m:t>
                    </m:r>
                    <m:r>
                      <a:rPr lang="en-IN"/>
                      <m:t>1500</m:t>
                    </m:r>
                    <m:r>
                      <m:rPr>
                        <m:nor/>
                      </m:rPr>
                      <a:rPr lang="en-IN" i="1"/>
                      <m:t> </m:t>
                    </m:r>
                    <m:r>
                      <m:rPr>
                        <m:nor/>
                      </m:rPr>
                      <a:rPr lang="en-IN" i="1"/>
                      <m:t>ns</m:t>
                    </m:r>
                  </m:oMath>
                </a14:m>
                <a:r>
                  <a:rPr lang="en-IN" dirty="0"/>
                  <a:t>.</a:t>
                </a:r>
              </a:p>
              <a:p>
                <a:r>
                  <a:rPr lang="en-IN" dirty="0"/>
                  <a:t>Time required to read one data item </a:t>
                </a:r>
                <a14:m>
                  <m:oMath xmlns:m="http://schemas.openxmlformats.org/officeDocument/2006/math">
                    <m:r>
                      <a:rPr lang="en-IN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1</m:t>
                        </m:r>
                      </m:num>
                      <m:den>
                        <m:r>
                          <a:rPr lang="ar-AE"/>
                          <m:t>50</m:t>
                        </m:r>
                        <m:r>
                          <m:rPr>
                            <m:nor/>
                          </m:rPr>
                          <a:rPr lang="ar-AE" i="1"/>
                          <m:t> </m:t>
                        </m:r>
                        <m:r>
                          <m:rPr>
                            <m:nor/>
                          </m:rPr>
                          <a:rPr lang="en-IN" i="1"/>
                          <m:t>MHz</m:t>
                        </m:r>
                      </m:den>
                    </m:f>
                    <m:r>
                      <a:rPr lang="ar-AE"/>
                      <m:t>=</m:t>
                    </m:r>
                    <m:r>
                      <a:rPr lang="ar-AE"/>
                      <m:t>20</m:t>
                    </m:r>
                    <m:r>
                      <m:rPr>
                        <m:nor/>
                      </m:rPr>
                      <a:rPr lang="ar-AE" i="1"/>
                      <m:t> </m:t>
                    </m:r>
                    <m:r>
                      <m:rPr>
                        <m:nor/>
                      </m:rPr>
                      <a:rPr lang="en-IN" i="1"/>
                      <m:t>ns</m:t>
                    </m:r>
                  </m:oMath>
                </a14:m>
                <a:r>
                  <a:rPr lang="en-IN" dirty="0"/>
                  <a:t>.</a:t>
                </a:r>
              </a:p>
              <a:p>
                <a:r>
                  <a:rPr lang="en-IN" dirty="0"/>
                  <a:t>Module B reads one data item for every 20 ns.</a:t>
                </a:r>
              </a:p>
              <a:p>
                <a:r>
                  <a:rPr lang="en-IN" dirty="0"/>
                  <a:t>Total time available for reading during the burst is 1500 ns.</a:t>
                </a:r>
              </a:p>
              <a:p>
                <a:r>
                  <a:rPr lang="en-IN" dirty="0"/>
                  <a:t>In 1500 ns, 120 data items are written by module A.</a:t>
                </a:r>
              </a:p>
              <a:p>
                <a:r>
                  <a:rPr lang="en-IN" dirty="0"/>
                  <a:t>Number of data items read in 1500 ns </a:t>
                </a:r>
                <a14:m>
                  <m:oMath xmlns:m="http://schemas.openxmlformats.org/officeDocument/2006/math">
                    <m:r>
                      <a:rPr lang="en-IN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1500</m:t>
                        </m:r>
                        <m:r>
                          <m:rPr>
                            <m:nor/>
                          </m:rPr>
                          <a:rPr lang="ar-AE" i="1"/>
                          <m:t> </m:t>
                        </m:r>
                        <m:r>
                          <m:rPr>
                            <m:nor/>
                          </m:rPr>
                          <a:rPr lang="en-IN" i="1"/>
                          <m:t>ns</m:t>
                        </m:r>
                      </m:num>
                      <m:den>
                        <m:r>
                          <a:rPr lang="ar-AE"/>
                          <m:t>20</m:t>
                        </m:r>
                        <m:r>
                          <m:rPr>
                            <m:nor/>
                          </m:rPr>
                          <a:rPr lang="ar-AE" i="1"/>
                          <m:t> </m:t>
                        </m:r>
                        <m:r>
                          <m:rPr>
                            <m:nor/>
                          </m:rPr>
                          <a:rPr lang="en-IN" i="1"/>
                          <m:t>ns</m:t>
                        </m:r>
                      </m:den>
                    </m:f>
                    <m:r>
                      <a:rPr lang="ar-AE"/>
                      <m:t>=</m:t>
                    </m:r>
                    <m:r>
                      <a:rPr lang="ar-AE"/>
                      <m:t>75</m:t>
                    </m:r>
                  </m:oMath>
                </a14:m>
                <a:r>
                  <a:rPr lang="ar-AE" dirty="0"/>
                  <a:t>.</a:t>
                </a:r>
              </a:p>
              <a:p>
                <a:r>
                  <a:rPr lang="en-IN" dirty="0"/>
                  <a:t>Fewer data items are read compared to written because read frequency is lower.</a:t>
                </a:r>
              </a:p>
              <a:p>
                <a:r>
                  <a:rPr lang="en-IN" dirty="0"/>
                  <a:t>Remaining unread data items </a:t>
                </a:r>
                <a14:m>
                  <m:oMath xmlns:m="http://schemas.openxmlformats.org/officeDocument/2006/math">
                    <m:r>
                      <a:rPr lang="en-IN"/>
                      <m:t>=</m:t>
                    </m:r>
                    <m:r>
                      <a:rPr lang="en-IN"/>
                      <m:t>120</m:t>
                    </m:r>
                    <m:r>
                      <a:rPr lang="en-IN"/>
                      <m:t>−</m:t>
                    </m:r>
                    <m:r>
                      <a:rPr lang="en-IN"/>
                      <m:t>75</m:t>
                    </m:r>
                    <m:r>
                      <a:rPr lang="en-IN"/>
                      <m:t>=</m:t>
                    </m:r>
                    <m:r>
                      <a:rPr lang="en-IN"/>
                      <m:t>45</m:t>
                    </m:r>
                  </m:oMath>
                </a14:m>
                <a:r>
                  <a:rPr lang="en-IN" dirty="0"/>
                  <a:t>.</a:t>
                </a:r>
              </a:p>
              <a:p>
                <a:r>
                  <a:rPr lang="en-IN" dirty="0"/>
                  <a:t>These 45 data items must be stored temporarily in the FIFO.</a:t>
                </a:r>
              </a:p>
              <a:p>
                <a:pPr marL="0" indent="0">
                  <a:buNone/>
                </a:pPr>
                <a:r>
                  <a:rPr lang="en-IN" dirty="0"/>
                  <a:t>                                  Therefore, the </a:t>
                </a:r>
                <a:r>
                  <a:rPr lang="en-IN" b="1" dirty="0"/>
                  <a:t>minimum depth of the FIFO required is 45</a:t>
                </a:r>
                <a:r>
                  <a:rPr lang="en-IN" dirty="0"/>
                  <a:t>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4B54012-D524-D658-343A-8A157F96E3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4954" y="1913467"/>
                <a:ext cx="10740713" cy="4885266"/>
              </a:xfrm>
              <a:blipFill>
                <a:blip r:embed="rId3"/>
                <a:stretch>
                  <a:fillRect l="-227" t="-6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0252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F8BD2-475E-AE6F-BC13-734C87DCE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Case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8BC3C8-4638-DA49-CDC7-BD4B9A7A67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5537" y="2763122"/>
            <a:ext cx="8440829" cy="312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814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69B14E0-8A82-E724-69A5-7ABB2B1A19A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             Case 3: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𝑓</m:t>
                        </m:r>
                      </m:e>
                      <m:sub>
                        <m:r>
                          <a:rPr lang="ar-AE" i="1"/>
                          <m:t>𝐴</m:t>
                        </m:r>
                      </m:sub>
                    </m:sSub>
                    <m:r>
                      <a:rPr lang="ar-AE"/>
                      <m:t>&gt;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𝑓</m:t>
                        </m:r>
                      </m:e>
                      <m:sub>
                        <m:r>
                          <a:rPr lang="ar-AE" i="1"/>
                          <m:t>𝐵</m:t>
                        </m:r>
                      </m:sub>
                    </m:sSub>
                  </m:oMath>
                </a14:m>
                <a:r>
                  <a:rPr lang="en-IN" dirty="0"/>
                  <a:t>with idle cycles 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69B14E0-8A82-E724-69A5-7ABB2B1A19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8621" b="-275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1">
            <a:extLst>
              <a:ext uri="{FF2B5EF4-FFF2-40B4-BE49-F238E27FC236}">
                <a16:creationId xmlns:a16="http://schemas.microsoft.com/office/drawing/2014/main" id="{52AA4600-7FBC-3886-DC5E-B4973DE7FA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4" y="2452595"/>
            <a:ext cx="980938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Writing frequency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=80 and reading frequency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=50 MHz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 &amp;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Burst length (number of data items to be transferred) = 120 &amp;Number of idle cycles between two successive writes = 1 &amp;Number of idle cycles between two successive reads = 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D921BB5A-74D8-388A-0C6A-57E76BFE8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4953" y="3480236"/>
            <a:ext cx="1052058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idle read sequence means one data is read every four read clock cycles.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idle write cycle means one data is written every two write clock cycles.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Time required to write one data item =2×180 MHz=25 ns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required to write all 120 data items =120×25 ns=3000 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required to read one data item =4×150 MHz=80 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Module B reads one data item for every 80 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data items read in 3000 ns =300080=37.5≈37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Remaining unread data items to be stored in FIFO =120−37=83.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Therefore,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minimum depth of the FIFO required is 83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6109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9A460-5F1F-A042-F01C-37762104C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Case 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C2FC27-F5C6-516F-A741-80328D25D2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1" y="2603500"/>
            <a:ext cx="8195732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66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A1DD6-B4F2-09D9-7F2F-4860DC169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Case 5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1E8005-7A72-EC8B-782F-0D2578993A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9466" y="2606437"/>
            <a:ext cx="8097380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245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60667-452E-ECB2-3F1F-F33A9ABF0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Case 6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24492A-702C-A8A7-8521-948A19EF8E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7010" y="2353732"/>
            <a:ext cx="9717990" cy="440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909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38DAD-A102-116C-B045-F1A14098E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Case 7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B33A4A-9D17-792C-4498-7796C4E63D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229" y="2792200"/>
            <a:ext cx="8087854" cy="30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157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615C1-7081-D132-62EA-3CB0D238B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Case 8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EFCC46-A62F-F127-9FFA-662F237430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4954" y="2497667"/>
            <a:ext cx="8564779" cy="403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036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C95F4-7F6C-41AB-9DFE-1092084C7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Case 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420D9-6621-2644-EA04-988B89F01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6506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01687-368E-8712-8D9F-8E2DC89EF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69DD6-7A50-B1CC-06E0-FDF7E8389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818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A78CF-AB8D-C1C0-0391-C1765238E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Case 10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A6FD02-FFA0-E853-2F71-56B266BF06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2133" y="2603500"/>
            <a:ext cx="10532534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463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ABF24-D6C8-8E8E-6A24-A9D0289BA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34DD6-BFE4-BD7D-FE60-703DACA32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" name="Picture 6" descr="Business Thank-You Letter Examples">
            <a:extLst>
              <a:ext uri="{FF2B5EF4-FFF2-40B4-BE49-F238E27FC236}">
                <a16:creationId xmlns:a16="http://schemas.microsoft.com/office/drawing/2014/main" id="{7019B852-DF45-8DAE-F9C8-D8975B8E6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71573" y="0"/>
            <a:ext cx="13091925" cy="6536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4308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{5119D6F7-8300-4A42-AC6D-6E18C3E4D879}TF229edf6a-8a49-49ee-a0a6-5037052947485fb3ca0c-bc27bf41d645</Template>
  <TotalTime>55</TotalTime>
  <Words>614</Words>
  <Application>Microsoft Office PowerPoint</Application>
  <PresentationFormat>Widescreen</PresentationFormat>
  <Paragraphs>55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Cambria Math</vt:lpstr>
      <vt:lpstr>Century Gothic</vt:lpstr>
      <vt:lpstr>Wingdings 3</vt:lpstr>
      <vt:lpstr>Ion Boardroom</vt:lpstr>
      <vt:lpstr>FIFO depth calculation</vt:lpstr>
      <vt:lpstr>    Introduction</vt:lpstr>
      <vt:lpstr>                   </vt:lpstr>
      <vt:lpstr>           </vt:lpstr>
      <vt:lpstr>Case–1: f_A &gt;f_Bwith no idle cycles</vt:lpstr>
      <vt:lpstr>                Case 2</vt:lpstr>
      <vt:lpstr>             Case 3:f_A&gt;f_Bwith idle cycles </vt:lpstr>
      <vt:lpstr>Case 4</vt:lpstr>
      <vt:lpstr>          Case 5</vt:lpstr>
      <vt:lpstr>            Case 6</vt:lpstr>
      <vt:lpstr>  Case 7</vt:lpstr>
      <vt:lpstr>   Case 8</vt:lpstr>
      <vt:lpstr>  Case 9</vt:lpstr>
      <vt:lpstr>PowerPoint Presentation</vt:lpstr>
      <vt:lpstr>  Case 10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sravanthi vennapusa</dc:creator>
  <cp:lastModifiedBy>sravanthi vennapusa</cp:lastModifiedBy>
  <cp:revision>1</cp:revision>
  <dcterms:created xsi:type="dcterms:W3CDTF">2026-02-13T05:12:27Z</dcterms:created>
  <dcterms:modified xsi:type="dcterms:W3CDTF">2026-02-13T06:07:53Z</dcterms:modified>
</cp:coreProperties>
</file>